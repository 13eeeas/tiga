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site occupies a prominent corner position within the regeneration zone. Key constraints include flood risk, heritage setting, and existing utilities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proposed design responds to the urban grain of the neighbourhood through a series of articulated facade elements. Materiality references the local brick tradition.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 floor: retail and flexible workspace. Floors 1-4: residential apartments. Roof: communal amenity terrace with photovoltaic panels.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